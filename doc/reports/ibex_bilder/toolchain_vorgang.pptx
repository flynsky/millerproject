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14740-B8F4-35EE-F5AF-2A543C4C5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C614F7-9D1B-DC41-C0BE-590D8FFC7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BCFB53-EEF4-F7D7-9789-B8751CE8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F9A376-0466-D47D-D562-B18748E2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49A1CF-764B-2C26-5DDA-483695F8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03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0871D-A0DA-6AD0-5320-1746C036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BEF301-8871-5351-A127-E4E16FE1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AD8C41-6693-0CB2-695C-936D573F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4FC0E1-5CBA-47DA-9CB6-7B475051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78CC73-7C92-85CB-29DB-784F8770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84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008B8-415F-C007-FE92-4CAC6FEA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0FCBDB-21E9-DE85-224A-B2215CC98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F71B6E-504B-9BB2-0717-C41506A8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66888-F9B2-6A1C-D5BE-B6787641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C771C8-0502-9AB6-0612-3F2D4061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15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31C28-1EBF-C5C6-CE6B-C214C62B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80F709-1A23-EABC-4C4E-B57778D69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23D2D2-4DA7-2902-2285-1BEEC0A24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2346BC-E8B2-8915-3796-C19B1BA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6EB0A5-A4E2-FDB0-882F-3852BD63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6BD560-AC13-C9AD-44DA-DA4B0F70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599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D7633-DA92-B9E4-7DCB-B397642A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662E9D-6487-309E-E44B-08B48A35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648BC5-3177-8C39-2F6C-05CD4A616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5372FD-94EB-32EF-4243-D0BEC1C68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75A4CC-C157-DE6E-BD53-2A37FF00C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158FB12-2F28-3C45-57C2-6A379667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ECE40F-95A3-AD91-1F74-37400F40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520E5B4-708C-4BF8-6F21-E6F03FE1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91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AE7F0-ED62-741E-108A-3E477F53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E26931-AA27-ACB2-E840-A686AADD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28D1BF-AE35-E877-86EB-61863480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2DBB8A-3CE5-FE60-29EC-B6526D94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28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7C57D6-D7E8-8E74-B525-52AE618A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385838-45E3-FC10-B381-95534812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2D26B8-8939-B473-5C43-37E4D3A6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649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3ABEE-4A68-A21B-978C-4D8D1AC3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025352-DF6E-707E-871E-1DA13BBBB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36FD03-6705-CD53-6831-EEB2899AA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25FE2D-DA10-B3A5-B0C2-4B206974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ACE045-C28A-3FA3-F343-5E6C1970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FE4A1D-B198-307C-2D8F-B1A87567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51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FCF72-A107-A26A-0982-818819377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EA95849-5C4A-8BC5-5BAD-EEF7A0485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608532-5865-9466-1B8E-F34E9CF82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03602E-962D-0469-CD59-1DBA08B58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7E7A95-D489-51FF-0266-88C2E2AD7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AAAD4F-5D53-653C-5B2D-FB263CFD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98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B42F3-2591-04C0-0353-628EA8F5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63805D-2CE8-EB64-27A2-4B1B7739B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374F6B-EED8-5792-F414-B8D22740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E869B1-6A09-A7C0-A477-B646F3DE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8E563A-65DE-FC50-ECAE-BB6D1B58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525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D219F70-2AA2-A3FA-5C61-D01A0D0DD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D74CE4-CA12-2B96-91DF-14B4DAD49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D00997-D8B8-6B8E-21A1-461F42E7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6B12DA-803A-CCE2-C6C6-9027C914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E2DE16-ECE1-C357-5A1D-794B012B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84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01B0A7-7567-E7C6-C010-1F82D32D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EBFDCE-B246-3E28-0FEF-15BFF4F54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6D9A71-7D1B-F501-1639-E8665EF56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7B7FB-E5FB-43AB-849B-CE46C3642E54}" type="datetimeFigureOut">
              <a:rPr lang="de-DE" smtClean="0"/>
              <a:t>26.07.2026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A721AB-2AE5-EB70-A62D-1DCFF9695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6D84D-C366-FB01-7EB5-1902C9390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E734E-1518-4113-9BC8-7F0F9D109A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36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248770F-A572-4594-AE52-FCACEA85E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052" y="1282700"/>
            <a:ext cx="1897144" cy="416186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51E52A0-987C-F351-EA70-22FA0F18CA42}"/>
              </a:ext>
            </a:extLst>
          </p:cNvPr>
          <p:cNvCxnSpPr>
            <a:cxnSpLocks/>
          </p:cNvCxnSpPr>
          <p:nvPr/>
        </p:nvCxnSpPr>
        <p:spPr>
          <a:xfrm>
            <a:off x="5470136" y="3179662"/>
            <a:ext cx="0" cy="35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89BFD7C-87C3-E306-EE0D-FA3A9A9BCF38}"/>
              </a:ext>
            </a:extLst>
          </p:cNvPr>
          <p:cNvSpPr txBox="1"/>
          <p:nvPr/>
        </p:nvSpPr>
        <p:spPr>
          <a:xfrm>
            <a:off x="5484860" y="1765786"/>
            <a:ext cx="778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Synthese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14436BA-3B4C-8D70-609E-18B7F885A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216" y="2111190"/>
            <a:ext cx="1277841" cy="10295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4115F46-285D-D3F2-CEDE-565FBC9ED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8" y="174904"/>
            <a:ext cx="957798" cy="630574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345C770-2D21-B43F-DEAD-9E23E5C91F7A}"/>
              </a:ext>
            </a:extLst>
          </p:cNvPr>
          <p:cNvCxnSpPr>
            <a:cxnSpLocks/>
          </p:cNvCxnSpPr>
          <p:nvPr/>
        </p:nvCxnSpPr>
        <p:spPr>
          <a:xfrm>
            <a:off x="5470137" y="883664"/>
            <a:ext cx="0" cy="399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0DF8BB24-4C3E-FC66-65A6-FB703714B0D0}"/>
              </a:ext>
            </a:extLst>
          </p:cNvPr>
          <p:cNvSpPr txBox="1"/>
          <p:nvPr/>
        </p:nvSpPr>
        <p:spPr>
          <a:xfrm>
            <a:off x="5470137" y="940818"/>
            <a:ext cx="778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HDL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EDCD4AA-C576-D29F-BDD0-1F17BFBBD36E}"/>
              </a:ext>
            </a:extLst>
          </p:cNvPr>
          <p:cNvSpPr txBox="1"/>
          <p:nvPr/>
        </p:nvSpPr>
        <p:spPr>
          <a:xfrm>
            <a:off x="6118117" y="2408679"/>
            <a:ext cx="14084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Himbaechl</a:t>
            </a:r>
            <a:r>
              <a:rPr lang="de-DE" sz="1100" dirty="0"/>
              <a:t> </a:t>
            </a:r>
            <a:r>
              <a:rPr lang="de-DE" sz="1100" dirty="0" err="1"/>
              <a:t>next-pnr</a:t>
            </a:r>
            <a:endParaRPr lang="de-DE" sz="1100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1312C936-BBBB-4479-8E7E-425907A4C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87" y="3576584"/>
            <a:ext cx="1623145" cy="694191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33333E5A-1FD3-3A13-D415-AC1F1BAD6E44}"/>
              </a:ext>
            </a:extLst>
          </p:cNvPr>
          <p:cNvSpPr txBox="1"/>
          <p:nvPr/>
        </p:nvSpPr>
        <p:spPr>
          <a:xfrm>
            <a:off x="5442298" y="3145697"/>
            <a:ext cx="13516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Placing</a:t>
            </a:r>
            <a:r>
              <a:rPr lang="de-DE" sz="1100" dirty="0"/>
              <a:t> and Routing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3FBBB62-0AE9-DD86-FAE2-AD93B72C70DF}"/>
              </a:ext>
            </a:extLst>
          </p:cNvPr>
          <p:cNvCxnSpPr>
            <a:cxnSpLocks/>
          </p:cNvCxnSpPr>
          <p:nvPr/>
        </p:nvCxnSpPr>
        <p:spPr>
          <a:xfrm>
            <a:off x="5484860" y="1771650"/>
            <a:ext cx="0" cy="26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DC0A6BC8-D6DE-61A3-F926-9B5D3FF8CB4F}"/>
              </a:ext>
            </a:extLst>
          </p:cNvPr>
          <p:cNvSpPr txBox="1"/>
          <p:nvPr/>
        </p:nvSpPr>
        <p:spPr>
          <a:xfrm>
            <a:off x="6296432" y="3792874"/>
            <a:ext cx="778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Bitfile</a:t>
            </a:r>
            <a:endParaRPr lang="de-DE" sz="11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5C68E819-C33F-8CAA-6B97-B5DF9513B6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255" y="4603750"/>
            <a:ext cx="795208" cy="465687"/>
          </a:xfrm>
          <a:prstGeom prst="rect">
            <a:avLst/>
          </a:prstGeom>
        </p:spPr>
      </p:pic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4F92ABE-AF32-5A90-010E-1A1B1AAB9475}"/>
              </a:ext>
            </a:extLst>
          </p:cNvPr>
          <p:cNvCxnSpPr>
            <a:cxnSpLocks/>
          </p:cNvCxnSpPr>
          <p:nvPr/>
        </p:nvCxnSpPr>
        <p:spPr>
          <a:xfrm>
            <a:off x="5484859" y="4337061"/>
            <a:ext cx="0" cy="266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E4C8613-7198-F586-ED21-8220949B9AC0}"/>
              </a:ext>
            </a:extLst>
          </p:cNvPr>
          <p:cNvSpPr txBox="1"/>
          <p:nvPr/>
        </p:nvSpPr>
        <p:spPr>
          <a:xfrm>
            <a:off x="5518219" y="5076944"/>
            <a:ext cx="778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/>
              <a:t>dirtyJtag</a:t>
            </a:r>
            <a:endParaRPr lang="de-DE" sz="1100" dirty="0"/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C23451E3-6C55-28BE-83A8-A0A61655A5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040" y="5402412"/>
            <a:ext cx="694191" cy="694191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DA4A1AA-A091-1CBB-2920-71789ABBB270}"/>
              </a:ext>
            </a:extLst>
          </p:cNvPr>
          <p:cNvCxnSpPr>
            <a:stCxn id="34" idx="2"/>
          </p:cNvCxnSpPr>
          <p:nvPr/>
        </p:nvCxnSpPr>
        <p:spPr>
          <a:xfrm>
            <a:off x="5484859" y="5069437"/>
            <a:ext cx="0" cy="270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0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Xaver Handl</dc:creator>
  <cp:lastModifiedBy>Xaver Handl</cp:lastModifiedBy>
  <cp:revision>3</cp:revision>
  <dcterms:created xsi:type="dcterms:W3CDTF">2026-07-25T14:43:03Z</dcterms:created>
  <dcterms:modified xsi:type="dcterms:W3CDTF">2026-07-26T14:40:32Z</dcterms:modified>
</cp:coreProperties>
</file>